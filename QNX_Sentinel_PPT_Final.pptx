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Onest" panose="020B0604020202020204" charset="0"/>
      <p:regular r:id="rId10"/>
      <p:bold r:id="rId11"/>
    </p:embeddedFont>
    <p:embeddedFont>
      <p:font typeface="Onest Medium" panose="020B0604020202020204" charset="0"/>
      <p:regular r:id="rId12"/>
      <p:bold r:id="rId13"/>
    </p:embeddedFont>
    <p:embeddedFont>
      <p:font typeface="Onest SemiBold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548387-213D-4DD6-A280-568A6999B0F7}">
  <a:tblStyle styleId="{B4548387-213D-4DD6-A280-568A6999B0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nest"/>
              <a:buNone/>
              <a:defRPr sz="1400" b="1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‹#›</a:t>
            </a:fld>
            <a:endParaRPr sz="800" b="0" i="0" u="none" strike="noStrike" cap="none" spc="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pos="302">
          <p15:clr>
            <a:srgbClr val="F26B43"/>
          </p15:clr>
        </p15:guide>
        <p15:guide id="2" pos="402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250" y="611188"/>
            <a:ext cx="5903913" cy="332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1:notes"/>
          <p:cNvSpPr txBox="1">
            <a:spLocks noGrp="1"/>
          </p:cNvSpPr>
          <p:nvPr>
            <p:ph type="sldNum" idx="12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</a:pPr>
            <a:endParaRPr/>
          </a:p>
        </p:txBody>
      </p:sp>
      <p:sp>
        <p:nvSpPr>
          <p:cNvPr id="228" name="Google Shape;2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</a:pPr>
            <a:endParaRPr/>
          </a:p>
        </p:txBody>
      </p:sp>
      <p:sp>
        <p:nvSpPr>
          <p:cNvPr id="235" name="Google Shape;2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250" y="611188"/>
            <a:ext cx="5903913" cy="332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</a:pPr>
            <a:endParaRPr/>
          </a:p>
        </p:txBody>
      </p:sp>
      <p:sp>
        <p:nvSpPr>
          <p:cNvPr id="246" name="Google Shape;2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250" y="611188"/>
            <a:ext cx="5903913" cy="332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</a:pPr>
            <a:endParaRPr/>
          </a:p>
        </p:txBody>
      </p:sp>
      <p:sp>
        <p:nvSpPr>
          <p:cNvPr id="256" name="Google Shape;2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</a:pPr>
            <a:endParaRPr/>
          </a:p>
        </p:txBody>
      </p:sp>
      <p:sp>
        <p:nvSpPr>
          <p:cNvPr id="264" name="Google Shape;2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250" y="611188"/>
            <a:ext cx="5903913" cy="332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>
            <a:spLocks noGrp="1"/>
          </p:cNvSpPr>
          <p:nvPr>
            <p:ph type="body" idx="1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</a:pPr>
            <a:endParaRPr/>
          </a:p>
        </p:txBody>
      </p:sp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6250" y="611188"/>
            <a:ext cx="5903913" cy="332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| Picture Light">
  <p:cSld name="Title | Picture Ligh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2" name="Google Shape;52;p2"/>
          <p:cNvSpPr/>
          <p:nvPr/>
        </p:nvSpPr>
        <p:spPr>
          <a:xfrm>
            <a:off x="12432704" y="1628800"/>
            <a:ext cx="1512168" cy="720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45" y="61576"/>
                </a:moveTo>
                <a:lnTo>
                  <a:pt x="-18094" y="61651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Adjust transparency of the picture to ensure readability.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>
            <a:spLocks noGrp="1"/>
          </p:cNvSpPr>
          <p:nvPr>
            <p:ph type="body" idx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623393" y="2493048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 b="0" i="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3"/>
          </p:nvPr>
        </p:nvSpPr>
        <p:spPr>
          <a:xfrm>
            <a:off x="623393" y="3861128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body" idx="4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noFill/>
          <a:ln w="9525" cap="flat" cmpd="sng">
            <a:solidFill>
              <a:schemeClr val="dk2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dt" idx="10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ntent">
  <p:cSld name="One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1" name="Google Shape;61;p3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body" idx="1"/>
          </p:nvPr>
        </p:nvSpPr>
        <p:spPr>
          <a:xfrm>
            <a:off x="623872" y="1773237"/>
            <a:ext cx="10944224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subTitle" idx="2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| Quadrant Bar">
  <p:cSld name="Title | Quadrant Ba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8256241" y="1"/>
            <a:ext cx="393576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 txBox="1">
            <a:spLocks noGrp="1"/>
          </p:cNvSpPr>
          <p:nvPr>
            <p:ph type="body" idx="1"/>
          </p:nvPr>
        </p:nvSpPr>
        <p:spPr>
          <a:xfrm>
            <a:off x="623888" y="30689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ctrTitle"/>
          </p:nvPr>
        </p:nvSpPr>
        <p:spPr>
          <a:xfrm>
            <a:off x="623393" y="3429176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 b="0" i="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subTitle" idx="2"/>
          </p:nvPr>
        </p:nvSpPr>
        <p:spPr>
          <a:xfrm>
            <a:off x="623393" y="4797256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70" name="Google Shape;70;p4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4608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5232400" y="6525360"/>
            <a:ext cx="230376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sz="700" b="0" i="0" u="none" strike="noStrike" cap="none" spc="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3392" y="620689"/>
            <a:ext cx="1080000" cy="37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3475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| Quadrant Radial">
  <p:cSld name="Title | Quadrant Radial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623888" y="30689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ctrTitle"/>
          </p:nvPr>
        </p:nvSpPr>
        <p:spPr>
          <a:xfrm>
            <a:off x="623393" y="3429176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 b="0" i="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2"/>
          </p:nvPr>
        </p:nvSpPr>
        <p:spPr>
          <a:xfrm>
            <a:off x="623393" y="4797256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4608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5231872" y="6525360"/>
            <a:ext cx="2304288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sz="700" b="0" i="0" u="none" strike="noStrike" cap="none" spc="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3392" y="620689"/>
            <a:ext cx="1080000" cy="37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250000" y="0"/>
            <a:ext cx="394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347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| Half Picture">
  <p:cSld name="Title | Half Pictur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623888" y="2132856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ctrTitle"/>
          </p:nvPr>
        </p:nvSpPr>
        <p:spPr>
          <a:xfrm>
            <a:off x="623393" y="2493072"/>
            <a:ext cx="518400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 b="0" i="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subTitle" idx="2"/>
          </p:nvPr>
        </p:nvSpPr>
        <p:spPr>
          <a:xfrm>
            <a:off x="623393" y="3861152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23392" y="620689"/>
            <a:ext cx="1080000" cy="37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>
            <a:spLocks noGrp="1"/>
          </p:cNvSpPr>
          <p:nvPr>
            <p:ph type="pic" idx="3"/>
          </p:nvPr>
        </p:nvSpPr>
        <p:spPr>
          <a:xfrm>
            <a:off x="6092271" y="0"/>
            <a:ext cx="609972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6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dt" idx="10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3659">
          <p15:clr>
            <a:srgbClr val="5ACBF0"/>
          </p15:clr>
        </p15:guide>
        <p15:guide id="4" orient="horz" pos="2886">
          <p15:clr>
            <a:srgbClr val="5ACBF0"/>
          </p15:clr>
        </p15:guide>
        <p15:guide id="5" pos="7287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| Picture Dark">
  <p:cSld name="Title | Picture Dark">
    <p:bg>
      <p:bgPr>
        <a:solidFill>
          <a:schemeClr val="dk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7"/>
          <p:cNvSpPr txBox="1">
            <a:spLocks noGrp="1"/>
          </p:cNvSpPr>
          <p:nvPr>
            <p:ph type="body" idx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ctrTitle"/>
          </p:nvPr>
        </p:nvSpPr>
        <p:spPr>
          <a:xfrm>
            <a:off x="623393" y="2493048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nest Medium"/>
              <a:buNone/>
              <a:defRPr sz="4000" b="0" i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ubTitle" idx="3"/>
          </p:nvPr>
        </p:nvSpPr>
        <p:spPr>
          <a:xfrm>
            <a:off x="623393" y="3861128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4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noFill/>
          <a:ln w="9525" cap="flat" cmpd="sng">
            <a:solidFill>
              <a:schemeClr val="dk2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2432704" y="1628800"/>
            <a:ext cx="1512168" cy="720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45" y="61576"/>
                </a:moveTo>
                <a:lnTo>
                  <a:pt x="-18094" y="61651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Adjust transparency of the picture to ensure readability.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>
            <a:spLocks noGrp="1"/>
          </p:cNvSpPr>
          <p:nvPr>
            <p:ph type="dt" idx="10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623392" y="620688"/>
            <a:ext cx="1727696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1"/>
          </p:nvPr>
        </p:nvSpPr>
        <p:spPr>
          <a:xfrm>
            <a:off x="2351088" y="1773237"/>
            <a:ext cx="4607737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lvl="2" indent="-3175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lvl="3" indent="-3175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lvl="4" indent="-3175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lvl="5" indent="-3175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lvl="6" indent="-3175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lvl="7" indent="-3175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lvl="8" indent="-317500" algn="l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body" idx="2"/>
          </p:nvPr>
        </p:nvSpPr>
        <p:spPr>
          <a:xfrm>
            <a:off x="7535864" y="1773782"/>
            <a:ext cx="4032250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 SemiBold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>
          <p15:clr>
            <a:srgbClr val="5ACBF0"/>
          </p15:clr>
        </p15:guide>
        <p15:guide id="7" pos="393">
          <p15:clr>
            <a:srgbClr val="5ACBF0"/>
          </p15:clr>
        </p15:guide>
        <p15:guide id="8" pos="438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title"/>
          </p:nvPr>
        </p:nvSpPr>
        <p:spPr>
          <a:xfrm>
            <a:off x="623392" y="620687"/>
            <a:ext cx="691197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1"/>
          </p:nvPr>
        </p:nvSpPr>
        <p:spPr>
          <a:xfrm>
            <a:off x="2351584" y="1773237"/>
            <a:ext cx="4032000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 SemiBold"/>
              <a:buNone/>
              <a:defRPr sz="1400"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>
                <a:solidFill>
                  <a:schemeClr val="lt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2"/>
          </p:nvPr>
        </p:nvSpPr>
        <p:spPr>
          <a:xfrm>
            <a:off x="7536608" y="1773237"/>
            <a:ext cx="4032000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 SemiBold"/>
              <a:buNone/>
              <a:defRPr sz="1400"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>
                <a:solidFill>
                  <a:schemeClr val="lt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>
          <p15:clr>
            <a:srgbClr val="5ACBF0"/>
          </p15:clr>
        </p15:guide>
        <p15:guide id="7" pos="4021">
          <p15:clr>
            <a:srgbClr val="5ACBF0"/>
          </p15:clr>
        </p15:guide>
        <p15:guide id="8" pos="393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bg>
      <p:bgPr>
        <a:solidFill>
          <a:schemeClr val="dk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body" idx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631852" y="2348880"/>
            <a:ext cx="5184000" cy="122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6363496" y="1028962"/>
            <a:ext cx="5828504" cy="582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3659">
          <p15:clr>
            <a:srgbClr val="5ACBF0"/>
          </p15:clr>
        </p15:guide>
        <p15:guide id="4" orient="horz" pos="225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| Picture">
  <p:cSld name="Divider | Picture">
    <p:bg>
      <p:bgPr>
        <a:solidFill>
          <a:schemeClr val="dk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>
            <a:spLocks noGrp="1"/>
          </p:cNvSpPr>
          <p:nvPr>
            <p:ph type="pic" idx="2"/>
          </p:nvPr>
        </p:nvSpPr>
        <p:spPr>
          <a:xfrm>
            <a:off x="6092271" y="0"/>
            <a:ext cx="609972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1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631852" y="2348880"/>
            <a:ext cx="5184000" cy="122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dt" idx="10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3"/>
          </p:nvPr>
        </p:nvSpPr>
        <p:spPr>
          <a:xfrm>
            <a:off x="11060496" y="239458"/>
            <a:ext cx="507600" cy="176400"/>
          </a:xfrm>
          <a:prstGeom prst="rect">
            <a:avLst/>
          </a:prstGeom>
          <a:noFill/>
          <a:ln w="9525" cap="flat" cmpd="sng">
            <a:solidFill>
              <a:schemeClr val="dk2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3659">
          <p15:clr>
            <a:srgbClr val="5ACBF0"/>
          </p15:clr>
        </p15:guide>
        <p15:guide id="4" orient="horz" pos="2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ntent | Margin">
  <p:cSld name="One Content | Margi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/>
          <p:nvPr/>
        </p:nvSpPr>
        <p:spPr>
          <a:xfrm>
            <a:off x="8112125" y="0"/>
            <a:ext cx="407987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spc="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26" name="Google Shape;126;p12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6911975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1"/>
          </p:nvPr>
        </p:nvSpPr>
        <p:spPr>
          <a:xfrm>
            <a:off x="623872" y="1773238"/>
            <a:ext cx="6911991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body" idx="2"/>
          </p:nvPr>
        </p:nvSpPr>
        <p:spPr>
          <a:xfrm>
            <a:off x="8688388" y="1773238"/>
            <a:ext cx="2879725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 sz="1000"/>
            </a:lvl3pPr>
            <a:lvl4pPr marL="1828800" lvl="3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 sz="1000"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 sz="1000"/>
            </a:lvl9pPr>
          </a:lstStyle>
          <a:p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8688388" y="6525360"/>
            <a:ext cx="2303964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</a:pPr>
            <a:r>
              <a:rPr lang="en-US" sz="700" b="0" i="0" u="none" strike="noStrike" cap="none" spc="0">
                <a:solidFill>
                  <a:srgbClr val="8F8F8B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>
            <a:spLocks noGrp="1"/>
          </p:cNvSpPr>
          <p:nvPr>
            <p:ph type="subTitle" idx="3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cxnSp>
        <p:nvCxnSpPr>
          <p:cNvPr id="133" name="Google Shape;133;p12"/>
          <p:cNvCxnSpPr/>
          <p:nvPr/>
        </p:nvCxnSpPr>
        <p:spPr>
          <a:xfrm>
            <a:off x="8112224" y="1773238"/>
            <a:ext cx="0" cy="44696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34" name="Google Shape;134;p12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orient="horz" pos="1117">
          <p15:clr>
            <a:srgbClr val="5ACBF0"/>
          </p15:clr>
        </p15:guide>
        <p15:guide id="4" orient="horz" pos="391">
          <p15:clr>
            <a:srgbClr val="5ACBF0"/>
          </p15:clr>
        </p15:guide>
        <p15:guide id="5" pos="7287">
          <p15:clr>
            <a:srgbClr val="5ACBF0"/>
          </p15:clr>
        </p15:guide>
        <p15:guide id="6" pos="5473">
          <p15:clr>
            <a:srgbClr val="5ACBF0"/>
          </p15:clr>
        </p15:guide>
        <p15:guide id="7" pos="4747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s">
  <p:cSld name="Two Content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623872" y="1773238"/>
            <a:ext cx="5184000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6383338" y="1773238"/>
            <a:ext cx="5184775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3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pos="4021">
          <p15:clr>
            <a:srgbClr val="5ACBF0"/>
          </p15:clr>
        </p15:guide>
        <p15:guide id="5" pos="3659">
          <p15:clr>
            <a:srgbClr val="5ACBF0"/>
          </p15:clr>
        </p15:guide>
        <p15:guide id="6" orient="horz" pos="391">
          <p15:clr>
            <a:srgbClr val="5ACBF0"/>
          </p15:clr>
        </p15:guide>
        <p15:guide id="7" orient="horz" pos="3929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s">
  <p:cSld name="Three Content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body" idx="1"/>
          </p:nvPr>
        </p:nvSpPr>
        <p:spPr>
          <a:xfrm>
            <a:off x="623872" y="1773237"/>
            <a:ext cx="3240000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2"/>
          </p:nvPr>
        </p:nvSpPr>
        <p:spPr>
          <a:xfrm>
            <a:off x="4476240" y="1773238"/>
            <a:ext cx="3240000" cy="446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body" idx="3"/>
          </p:nvPr>
        </p:nvSpPr>
        <p:spPr>
          <a:xfrm>
            <a:off x="8328608" y="1773238"/>
            <a:ext cx="3240000" cy="446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49" name="Google Shape;149;p14"/>
          <p:cNvSpPr txBox="1">
            <a:spLocks noGrp="1"/>
          </p:cNvSpPr>
          <p:nvPr>
            <p:ph type="subTitle" idx="4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2434">
          <p15:clr>
            <a:srgbClr val="5ACBF0"/>
          </p15:clr>
        </p15:guide>
        <p15:guide id="7" pos="2820">
          <p15:clr>
            <a:srgbClr val="5ACBF0"/>
          </p15:clr>
        </p15:guide>
        <p15:guide id="8" pos="4861">
          <p15:clr>
            <a:srgbClr val="5ACBF0"/>
          </p15:clr>
        </p15:guide>
        <p15:guide id="9" pos="524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s">
  <p:cSld name="Four Contents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1"/>
          </p:nvPr>
        </p:nvSpPr>
        <p:spPr>
          <a:xfrm>
            <a:off x="623872" y="1773237"/>
            <a:ext cx="2304000" cy="446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2"/>
          </p:nvPr>
        </p:nvSpPr>
        <p:spPr>
          <a:xfrm>
            <a:off x="3503712" y="1773238"/>
            <a:ext cx="2304000" cy="446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3"/>
          </p:nvPr>
        </p:nvSpPr>
        <p:spPr>
          <a:xfrm>
            <a:off x="6384032" y="1773238"/>
            <a:ext cx="2304000" cy="446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4"/>
          </p:nvPr>
        </p:nvSpPr>
        <p:spPr>
          <a:xfrm>
            <a:off x="9263118" y="1773238"/>
            <a:ext cx="2304000" cy="446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subTitle" idx="5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1844">
          <p15:clr>
            <a:srgbClr val="5ACBF0"/>
          </p15:clr>
        </p15:guide>
        <p15:guide id="7" pos="2207">
          <p15:clr>
            <a:srgbClr val="5ACBF0"/>
          </p15:clr>
        </p15:guide>
        <p15:guide id="8" pos="3659">
          <p15:clr>
            <a:srgbClr val="5ACBF0"/>
          </p15:clr>
        </p15:guide>
        <p15:guide id="9" pos="5473">
          <p15:clr>
            <a:srgbClr val="5ACBF0"/>
          </p15:clr>
        </p15:guide>
        <p15:guide id="10" pos="4021">
          <p15:clr>
            <a:srgbClr val="5ACBF0"/>
          </p15:clr>
        </p15:guide>
        <p15:guide id="11" pos="58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ntent | Picture Right">
  <p:cSld name="One Content | Picture Righ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623872" y="1773238"/>
            <a:ext cx="3456000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>
            <a:spLocks noGrp="1"/>
          </p:cNvSpPr>
          <p:nvPr>
            <p:ph type="pic" idx="2"/>
          </p:nvPr>
        </p:nvSpPr>
        <p:spPr>
          <a:xfrm>
            <a:off x="5232400" y="1773238"/>
            <a:ext cx="6335713" cy="446405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6"/>
          <p:cNvSpPr txBox="1">
            <a:spLocks noGrp="1"/>
          </p:cNvSpPr>
          <p:nvPr>
            <p:ph type="subTitle" idx="3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2570">
          <p15:clr>
            <a:srgbClr val="5ACBF0"/>
          </p15:clr>
        </p15:guide>
        <p15:guide id="7" pos="3296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ntent | Picture Left">
  <p:cSld name="One Content | Picture Lef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6959600" y="620687"/>
            <a:ext cx="4608512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6960096" y="1773238"/>
            <a:ext cx="4608000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marL="3200400" lvl="6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marL="4114800" lvl="8" indent="-2921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>
            <a:spLocks noGrp="1"/>
          </p:cNvSpPr>
          <p:nvPr>
            <p:ph type="pic" idx="2"/>
          </p:nvPr>
        </p:nvSpPr>
        <p:spPr>
          <a:xfrm>
            <a:off x="623392" y="620713"/>
            <a:ext cx="5184000" cy="5616575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7"/>
          <p:cNvSpPr txBox="1">
            <a:spLocks noGrp="1"/>
          </p:cNvSpPr>
          <p:nvPr>
            <p:ph type="subTitle" idx="3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3659">
          <p15:clr>
            <a:srgbClr val="5ACBF0"/>
          </p15:clr>
        </p15:guide>
        <p15:guide id="7" pos="438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icture">
  <p:cSld name="One Picture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>
            <a:spLocks noGrp="1"/>
          </p:cNvSpPr>
          <p:nvPr>
            <p:ph type="pic" idx="2"/>
          </p:nvPr>
        </p:nvSpPr>
        <p:spPr>
          <a:xfrm>
            <a:off x="623872" y="1773238"/>
            <a:ext cx="10944241" cy="446405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18"/>
          <p:cNvSpPr txBox="1">
            <a:spLocks noGrp="1"/>
          </p:cNvSpPr>
          <p:nvPr>
            <p:ph type="subTitle" idx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392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Picture">
  <p:cSld name="Big Picture">
    <p:bg>
      <p:bgPr>
        <a:solidFill>
          <a:schemeClr val="dk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>
            <a:spLocks noGrp="1"/>
          </p:cNvSpPr>
          <p:nvPr>
            <p:ph type="dt" idx="10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000000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12432704" y="1628800"/>
            <a:ext cx="1512168" cy="720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45" y="61576"/>
                </a:moveTo>
                <a:lnTo>
                  <a:pt x="-18094" y="61651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Adjust transparency of the picture to ensure readability.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19"/>
          <p:cNvSpPr txBox="1">
            <a:spLocks noGrp="1"/>
          </p:cNvSpPr>
          <p:nvPr>
            <p:ph type="title"/>
          </p:nvPr>
        </p:nvSpPr>
        <p:spPr>
          <a:xfrm>
            <a:off x="623888" y="4365312"/>
            <a:ext cx="5183984" cy="18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nest Medium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body" idx="1"/>
          </p:nvPr>
        </p:nvSpPr>
        <p:spPr>
          <a:xfrm>
            <a:off x="11060496" y="239458"/>
            <a:ext cx="507600" cy="176400"/>
          </a:xfrm>
          <a:prstGeom prst="rect">
            <a:avLst/>
          </a:prstGeom>
          <a:noFill/>
          <a:ln w="9525" cap="flat" cmpd="sng">
            <a:solidFill>
              <a:schemeClr val="dk2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5ACBF0"/>
          </p15:clr>
        </p15:guide>
        <p15:guide id="2" orient="horz" pos="39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3929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title"/>
          </p:nvPr>
        </p:nvSpPr>
        <p:spPr>
          <a:xfrm>
            <a:off x="623888" y="1484784"/>
            <a:ext cx="691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nest Medium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body" idx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9606976" y="0"/>
            <a:ext cx="258502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2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0580483" y="-1"/>
            <a:ext cx="1276157" cy="9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1389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">
  <p:cSld name="Only Title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391">
          <p15:clr>
            <a:srgbClr val="5ACBF0"/>
          </p15:clr>
        </p15:guide>
        <p15:guide id="5" orient="horz" pos="1117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">
  <p:cSld name="Contac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>
            <a:spLocks noGrp="1"/>
          </p:cNvSpPr>
          <p:nvPr>
            <p:ph type="title"/>
          </p:nvPr>
        </p:nvSpPr>
        <p:spPr>
          <a:xfrm>
            <a:off x="3503613" y="2913719"/>
            <a:ext cx="2880522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body" idx="1"/>
          </p:nvPr>
        </p:nvSpPr>
        <p:spPr>
          <a:xfrm>
            <a:off x="6959599" y="3284984"/>
            <a:ext cx="3457575" cy="29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914400" lvl="1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>
                <a:latin typeface="Onest"/>
                <a:ea typeface="Onest"/>
                <a:cs typeface="Onest"/>
                <a:sym typeface="Onest"/>
              </a:defRPr>
            </a:lvl2pPr>
            <a:lvl3pPr marL="1371600" lvl="2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5pPr>
            <a:lvl6pPr marL="2743200" lvl="5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6pPr>
            <a:lvl7pPr marL="3200400" lvl="6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7pPr>
            <a:lvl8pPr marL="3657600" lvl="7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8pPr>
            <a:lvl9pPr marL="4114800" lvl="8" indent="-2286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None/>
              <a:defRPr sz="1400" b="0"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204" name="Google Shape;204;p22"/>
          <p:cNvSpPr/>
          <p:nvPr/>
        </p:nvSpPr>
        <p:spPr>
          <a:xfrm rot="10800000">
            <a:off x="1" y="0"/>
            <a:ext cx="258502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"/>
          <p:cNvSpPr>
            <a:spLocks noGrp="1"/>
          </p:cNvSpPr>
          <p:nvPr>
            <p:ph type="pic" idx="2"/>
          </p:nvPr>
        </p:nvSpPr>
        <p:spPr>
          <a:xfrm>
            <a:off x="6959600" y="620712"/>
            <a:ext cx="3457575" cy="2304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2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22"/>
          <p:cNvSpPr txBox="1">
            <a:spLocks noGrp="1"/>
          </p:cNvSpPr>
          <p:nvPr>
            <p:ph type="dt" idx="10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000000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6562">
          <p15:clr>
            <a:srgbClr val="5ACBF0"/>
          </p15:clr>
        </p15:guide>
        <p15:guide id="3" orient="horz" pos="391">
          <p15:clr>
            <a:srgbClr val="5ACBF0"/>
          </p15:clr>
        </p15:guide>
        <p15:guide id="4" pos="438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"/>
          <p:cNvGrpSpPr/>
          <p:nvPr/>
        </p:nvGrpSpPr>
        <p:grpSpPr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10" name="Google Shape;10;p1"/>
            <p:cNvCxnSpPr/>
            <p:nvPr/>
          </p:nvCxnSpPr>
          <p:spPr>
            <a:xfrm>
              <a:off x="-456728" y="620688"/>
              <a:ext cx="21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-456728" y="6237312"/>
              <a:ext cx="21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-456728" y="1772816"/>
              <a:ext cx="21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R="0" lvl="1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R="0" lvl="2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R="0" lvl="3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R="0" lvl="4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R="0" lvl="5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R="0" lvl="6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R="0" lvl="7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R="0" lvl="8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marL="0" marR="0" lvl="1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0" marR="0" lvl="2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marL="0" marR="0" lvl="3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marL="0" marR="0" lvl="4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marL="0" marR="0" lvl="5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marL="0" marR="0" lvl="6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0" marR="0" lvl="7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marL="0" marR="0" lvl="8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sz="700" b="0" i="0" u="none" strike="noStrike" cap="none" spc="0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 sz="3200" b="0" i="0" u="none" strike="noStrike" cap="none" spc="0">
                <a:solidFill>
                  <a:schemeClr val="lt2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623888" y="1773239"/>
            <a:ext cx="10944225" cy="446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sz="1400" b="0" i="0" u="none" strike="noStrike" cap="none" spc="0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sz="1000" b="0" i="0" u="none" strike="noStrike" cap="none" spc="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18" name="Google Shape;18;p1"/>
            <p:cNvCxnSpPr/>
            <p:nvPr/>
          </p:nvCxnSpPr>
          <p:spPr>
            <a:xfrm>
              <a:off x="623888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1199888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1775888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2352016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2928144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3504272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4080400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4656528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5232656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5808784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6384912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6961040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7537168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8113296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8689424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3" name="Google Shape;33;p1"/>
            <p:cNvCxnSpPr/>
            <p:nvPr/>
          </p:nvCxnSpPr>
          <p:spPr>
            <a:xfrm>
              <a:off x="9265552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9841680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0417808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0993936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11570064" y="-279400"/>
              <a:ext cx="0" cy="108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623888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1775888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2928144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080400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232656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384912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537168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689424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9841680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10993936" y="-221540"/>
              <a:ext cx="57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8" name="Google Shape;48;p1"/>
          <p:cNvSpPr txBox="1"/>
          <p:nvPr/>
        </p:nvSpPr>
        <p:spPr>
          <a:xfrm>
            <a:off x="8689424" y="6525360"/>
            <a:ext cx="2302928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</a:pPr>
            <a:r>
              <a:rPr lang="en-US" sz="700" b="0" i="0" u="none" strike="noStrike" cap="none" spc="0">
                <a:solidFill>
                  <a:srgbClr val="8F8F8B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sz="700" b="0" i="0" u="none" strike="noStrike" cap="none" spc="0">
              <a:solidFill>
                <a:srgbClr val="8F8F8B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604" y="144297"/>
            <a:ext cx="1962424" cy="1009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5491" y="274550"/>
            <a:ext cx="1586287" cy="749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4090683" y="371840"/>
            <a:ext cx="53508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i="0" u="none" strike="noStrike" cap="none" spc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LEVEL HACKATHON</a:t>
            </a:r>
            <a:endParaRPr sz="1800" b="0" i="0" u="none" strike="noStrike" cap="none" spc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3"/>
          <p:cNvSpPr txBox="1">
            <a:spLocks noGrp="1"/>
          </p:cNvSpPr>
          <p:nvPr>
            <p:ph type="ctrTitle"/>
          </p:nvPr>
        </p:nvSpPr>
        <p:spPr>
          <a:xfrm>
            <a:off x="3163675" y="1145813"/>
            <a:ext cx="6335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nest Medium"/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Automotive ECU Watchdog &amp;Recovery Framework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nest Medium"/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nest Medium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163675" y="2242875"/>
            <a:ext cx="6335100" cy="6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7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ECU Health Monitoring, Fault Detection and Selective Process Recovery using QNX RTOS</a:t>
            </a:r>
            <a:r>
              <a:rPr lang="en-US" sz="15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3674625" y="3129063"/>
            <a:ext cx="4465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→ Detect → Isolate → Recover → Verify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35425" y="54911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</a:t>
            </a:r>
            <a:r>
              <a:rPr lang="en-US" sz="19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QNX Sentinel </a:t>
            </a:r>
            <a:endParaRPr sz="22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4738850" y="54911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Theme:</a:t>
            </a:r>
            <a:r>
              <a:rPr lang="en-US" sz="19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Automotive </a:t>
            </a:r>
            <a:endParaRPr sz="22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8441175" y="5379100"/>
            <a:ext cx="3750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Institution:</a:t>
            </a:r>
            <a:r>
              <a:rPr lang="en-US" sz="19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Dhanekula Institute of Engineering and Technology </a:t>
            </a:r>
            <a:endParaRPr sz="22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4338075" y="6282300"/>
            <a:ext cx="4103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Automotive | QNX 8.0 | Raspberry Pi 4</a:t>
            </a:r>
            <a:endParaRPr sz="14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2917175" y="3912900"/>
            <a:ext cx="749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QNX-based automotive ECU monitoring and recovery framework that detects ECU failures and selectively recovers individual processes without disrupting healthy ECU services. </a:t>
            </a:r>
            <a:endParaRPr sz="14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ubTitle" idx="2"/>
          </p:nvPr>
        </p:nvSpPr>
        <p:spPr>
          <a:xfrm>
            <a:off x="536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  <p:pic>
        <p:nvPicPr>
          <p:cNvPr id="232" name="Google Shape;232;p24" title="Automotive ECU Recovery Challenge Infographi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25"/>
            <a:ext cx="12153200" cy="683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title"/>
          </p:nvPr>
        </p:nvSpPr>
        <p:spPr>
          <a:xfrm>
            <a:off x="3420700" y="274550"/>
            <a:ext cx="50745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Onest Medium"/>
              <a:buNone/>
            </a:pPr>
            <a:r>
              <a:rPr lang="en-US" sz="2400" b="1"/>
              <a:t>QNX Architectural Approach</a:t>
            </a:r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body" idx="1"/>
          </p:nvPr>
        </p:nvSpPr>
        <p:spPr>
          <a:xfrm>
            <a:off x="7895705" y="778550"/>
            <a:ext cx="3708282" cy="550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QNX Mechanisms Used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Management</a:t>
            </a:r>
            <a:endParaRPr sz="105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ECU processes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Process-level isolation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fork()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execl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pid_t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getpid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Inter-Process Communication</a:t>
            </a:r>
            <a:endParaRPr sz="105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QNX Channels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ConnectAttach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MsgSendPulse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MsgReceivePulse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IPC messages for fault/recovery </a:t>
            </a:r>
            <a:r>
              <a:rPr lang="en-US" sz="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signalling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</a:t>
            </a:r>
            <a:endParaRPr sz="105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heartbeat generation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Heartbeat timeout detection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QNX timers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clock_gettime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800" dirty="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Priority-based scheduling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Detection &amp; Recovery</a:t>
            </a:r>
            <a:endParaRPr sz="105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SIGCHLD</a:t>
            </a: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child-process termination detection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kill()</a:t>
            </a: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SIGTERM</a:t>
            </a: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failed-process termination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 err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waitpid</a:t>
            </a:r>
            <a:r>
              <a:rPr lang="en-US" sz="8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process-exit monitoring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Selective restart of affected ECU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US"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Heartbeat restoration verification</a:t>
            </a:r>
            <a:endParaRPr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2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  <p:pic>
        <p:nvPicPr>
          <p:cNvPr id="241" name="Google Shape;24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600" y="144300"/>
            <a:ext cx="1905241" cy="98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4468" y="349275"/>
            <a:ext cx="1586287" cy="74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title="QNX ECU Watchdog Recovery Architectur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001" y="1023850"/>
            <a:ext cx="7495173" cy="5386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ftr" idx="11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3369669" y="298800"/>
            <a:ext cx="58791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Onest Medium"/>
              <a:buNone/>
            </a:pPr>
            <a:r>
              <a:rPr lang="en-US" sz="2400" b="1"/>
              <a:t>Technical Execution (Hardware &amp; Logic)</a:t>
            </a:r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600" y="144300"/>
            <a:ext cx="1905241" cy="98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5491" y="274550"/>
            <a:ext cx="1586287" cy="74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98A7DD-FA22-F45E-0383-629C83952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72" y="1145715"/>
            <a:ext cx="11181907" cy="5269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>
            <a:spLocks noGrp="1"/>
          </p:cNvSpPr>
          <p:nvPr>
            <p:ph type="title"/>
          </p:nvPr>
        </p:nvSpPr>
        <p:spPr>
          <a:xfrm>
            <a:off x="3597044" y="116725"/>
            <a:ext cx="54321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Onest Medium"/>
              <a:buNone/>
            </a:pPr>
            <a:r>
              <a:rPr lang="en-US" sz="2400" b="1"/>
              <a:t>Resilience &amp; "The Hack" Response</a:t>
            </a:r>
            <a:endParaRPr/>
          </a:p>
        </p:txBody>
      </p:sp>
      <p:pic>
        <p:nvPicPr>
          <p:cNvPr id="259" name="Google Shape;259;p27" title="ECU Fault Detection and Recovery Fl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60750"/>
            <a:ext cx="11199674" cy="56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25" y="0"/>
            <a:ext cx="1905250" cy="9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16116" y="85749"/>
            <a:ext cx="1586287" cy="74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>
            <a:spLocks noGrp="1"/>
          </p:cNvSpPr>
          <p:nvPr>
            <p:ph type="title"/>
          </p:nvPr>
        </p:nvSpPr>
        <p:spPr>
          <a:xfrm>
            <a:off x="3265044" y="234950"/>
            <a:ext cx="56619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Onest Medium"/>
              <a:buNone/>
            </a:pPr>
            <a:r>
              <a:rPr lang="en-US" sz="2400" b="1"/>
              <a:t>Performance Proof (The Profiler Slide)</a:t>
            </a:r>
            <a:endParaRPr/>
          </a:p>
        </p:txBody>
      </p:sp>
      <p:pic>
        <p:nvPicPr>
          <p:cNvPr id="268" name="Google Shape;26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5491" y="274550"/>
            <a:ext cx="1586287" cy="74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25" y="0"/>
            <a:ext cx="1905250" cy="920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2972EA-1432-04DD-E99E-174010B51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593592"/>
              </p:ext>
            </p:extLst>
          </p:nvPr>
        </p:nvGraphicFramePr>
        <p:xfrm>
          <a:off x="8121890" y="1023851"/>
          <a:ext cx="3739742" cy="5367239"/>
        </p:xfrm>
        <a:graphic>
          <a:graphicData uri="http://schemas.openxmlformats.org/drawingml/2006/table">
            <a:tbl>
              <a:tblPr>
                <a:tableStyleId>{B4548387-213D-4DD6-A280-568A6999B0F7}</a:tableStyleId>
              </a:tblPr>
              <a:tblGrid>
                <a:gridCol w="1869871">
                  <a:extLst>
                    <a:ext uri="{9D8B030D-6E8A-4147-A177-3AD203B41FA5}">
                      <a16:colId xmlns:a16="http://schemas.microsoft.com/office/drawing/2014/main" val="2962612385"/>
                    </a:ext>
                  </a:extLst>
                </a:gridCol>
                <a:gridCol w="1869871">
                  <a:extLst>
                    <a:ext uri="{9D8B030D-6E8A-4147-A177-3AD203B41FA5}">
                      <a16:colId xmlns:a16="http://schemas.microsoft.com/office/drawing/2014/main" val="1126097934"/>
                    </a:ext>
                  </a:extLst>
                </a:gridCol>
              </a:tblGrid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Metric</a:t>
                      </a:r>
                      <a:endParaRPr lang="en-IN" sz="1400" dirty="0"/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Measured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2295674726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Target Platform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Raspberry Pi 4B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1309235082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QNX Version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8.0.0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1648794458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CPU Cores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3081550103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Total Memory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4032 MB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1840712178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Used Memory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327 MB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4040010458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Total Processes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37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3065914968"/>
                  </a:ext>
                </a:extLst>
              </a:tr>
              <a:tr h="490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CPU Usage Summary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92.246 ms</a:t>
                      </a:r>
                      <a:endParaRPr lang="en-IN" sz="1400" dirty="0"/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2790169609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CPU 0</a:t>
                      </a:r>
                      <a:endParaRPr lang="en-IN" sz="1400" dirty="0"/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37.286 ms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856565006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CPU 1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31.555 ms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219064692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CPU 2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17.754 ms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752065771"/>
                  </a:ext>
                </a:extLst>
              </a:tr>
              <a:tr h="287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CPU 3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5.649 ms</a:t>
                      </a:r>
                      <a:endParaRPr lang="en-IN" sz="1400" dirty="0"/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3709927266"/>
                  </a:ext>
                </a:extLst>
              </a:tr>
              <a:tr h="490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Engine Missed-Heartbeat Interval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1012 ms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520174566"/>
                  </a:ext>
                </a:extLst>
              </a:tr>
              <a:tr h="490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Brake Missed-Heartbeat Interval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1024 ms</a:t>
                      </a:r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3602796190"/>
                  </a:ext>
                </a:extLst>
              </a:tr>
              <a:tr h="490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GPIO Status Outputs</a:t>
                      </a:r>
                    </a:p>
                  </a:txBody>
                  <a:tcPr marL="89281" marR="89281" marT="44640" marB="4464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9 LEDs verified</a:t>
                      </a:r>
                      <a:endParaRPr lang="en-IN" sz="1400" dirty="0"/>
                    </a:p>
                  </a:txBody>
                  <a:tcPr marL="89281" marR="89281" marT="44640" marB="44640"/>
                </a:tc>
                <a:extLst>
                  <a:ext uri="{0D108BD9-81ED-4DB2-BD59-A6C34878D82A}">
                    <a16:rowId xmlns:a16="http://schemas.microsoft.com/office/drawing/2014/main" val="286359195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589FBC5-CD49-820C-6FEC-C9070410B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439" y="1060921"/>
            <a:ext cx="5524764" cy="2506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23FF22-C2B1-0FAB-3DD5-37E48DB522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439" y="3707469"/>
            <a:ext cx="5524764" cy="2774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>
            <a:spLocks noGrp="1"/>
          </p:cNvSpPr>
          <p:nvPr>
            <p:ph type="title"/>
          </p:nvPr>
        </p:nvSpPr>
        <p:spPr>
          <a:xfrm>
            <a:off x="3740018" y="301400"/>
            <a:ext cx="48192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Onest Medium"/>
              <a:buNone/>
            </a:pPr>
            <a:r>
              <a:rPr lang="en-US" sz="2400" b="1"/>
              <a:t>Future Scalability &amp; Conclusion</a:t>
            </a:r>
            <a:endParaRPr/>
          </a:p>
        </p:txBody>
      </p:sp>
      <p:pic>
        <p:nvPicPr>
          <p:cNvPr id="278" name="Google Shape;27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25" y="0"/>
            <a:ext cx="1905250" cy="9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4891" y="246075"/>
            <a:ext cx="1586287" cy="749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/>
        </p:nvSpPr>
        <p:spPr>
          <a:xfrm>
            <a:off x="181375" y="805400"/>
            <a:ext cx="5184000" cy="3315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spc="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SETUP</a:t>
            </a:r>
            <a:endParaRPr sz="1500" b="1" i="0" u="none" strike="noStrike" cap="none" spc="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prototype to automotive-grade ECU recovery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the framework to additional ECU services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 automotive ECU interfaces and </a:t>
            </a: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CAN/CAN-FD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on automotive-grade QNX hardware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fault detection with advanced failure classification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persistent fault and recovery logging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the watchdog architecture to distributed ECU nodes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isolation, heartbeat monitoring and selective recovery architecture remains unchanged.</a:t>
            </a:r>
            <a:endParaRPr sz="1300" b="0" i="1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5979350" y="857150"/>
            <a:ext cx="5381100" cy="339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spc="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ACHIEVED</a:t>
            </a:r>
            <a:endParaRPr sz="1500" b="1" i="0" u="none" strike="noStrike" cap="none" spc="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independent ECU processes using </a:t>
            </a: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QNX RTOS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periodic </a:t>
            </a: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heartbeat-based health monitoring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watchdog-based </a:t>
            </a: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detection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</a:t>
            </a: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process-level selective ECU recovery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Prevented healthy ECU processes from being restarted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Raspberry Pi GPIO for physical ECU status indication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UART for communication and monitoring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controlled ECU fault-injection and recovery workflow</a:t>
            </a:r>
            <a:endParaRPr sz="13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capability:</a:t>
            </a:r>
            <a:b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→ Isolate → Recover → Verify</a:t>
            </a:r>
            <a:endParaRPr sz="13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73125" y="4121148"/>
            <a:ext cx="11908053" cy="214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 spc="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100" b="1" i="0" u="none" strike="noStrike" cap="none" spc="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1000" marR="381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“When one ECU fails, recover the ECU — not the entire system.”</a:t>
            </a:r>
            <a:endParaRPr sz="11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QNX Sentinel demonstrates a QNX-based automotive ECU watchdog and recovery framework that continuously monitors independent ECU processes, detects faults through heartbeat supervision, and selectively recovers only the failed ECU process.</a:t>
            </a:r>
            <a:endParaRPr sz="11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combination of </a:t>
            </a:r>
            <a:r>
              <a:rPr lang="en-US" sz="1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QNX process isolation, real-time monitoring, IPC, process management, and Raspberry Pi hardware-based status indication</a:t>
            </a:r>
            <a:r>
              <a:rPr lang="en-US" sz="1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foundation for building more resilient automotive control systems.</a:t>
            </a:r>
            <a:endParaRPr sz="11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493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Onest Medium</vt:lpstr>
      <vt:lpstr>Arial</vt:lpstr>
      <vt:lpstr>Onest</vt:lpstr>
      <vt:lpstr>Onest SemiBold</vt:lpstr>
      <vt:lpstr>Noto Sans Symbols</vt:lpstr>
      <vt:lpstr>QNX | Light</vt:lpstr>
      <vt:lpstr>Automotive ECU Watchdog &amp;Recovery Framework  </vt:lpstr>
      <vt:lpstr>PowerPoint Presentation</vt:lpstr>
      <vt:lpstr>QNX Architectural Approach</vt:lpstr>
      <vt:lpstr>Technical Execution (Hardware &amp; Logic)</vt:lpstr>
      <vt:lpstr>Resilience &amp; "The Hack" Response</vt:lpstr>
      <vt:lpstr>Performance Proof (The Profiler Slide)</vt:lpstr>
      <vt:lpstr>Future Scalability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 Kishore Talari</dc:creator>
  <cp:lastModifiedBy>Krishna Kishore Talari</cp:lastModifiedBy>
  <cp:revision>5</cp:revision>
  <dcterms:modified xsi:type="dcterms:W3CDTF">2026-10-10T00:14:05Z</dcterms:modified>
</cp:coreProperties>
</file>